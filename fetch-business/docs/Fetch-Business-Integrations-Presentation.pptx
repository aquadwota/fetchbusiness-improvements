
<file path=[Content_Types].xml><?xml version="1.0" encoding="utf-8"?>
<Types xmlns="http://schemas.openxmlformats.org/package/2006/content-types"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8165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91440" cy="91440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6656" y="1234440"/>
            <a:ext cx="91440" cy="91440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62456"/>
            <a:ext cx="91440" cy="91440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6656" y="1362456"/>
            <a:ext cx="91440" cy="91440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704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ASI:one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Business Integrations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· HubSpot · Calendly — MVP strategy &amp; feasibility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828800" cy="73152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· Fetch Business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Gmail, HubSpot, and Calendly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Feasibility: free API vs owner cost vs Fetch compliance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BYOA (bring-your-own-account) model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ASI:one consumer POC demo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Risks, recommendations, and next steps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three?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Gmail, HubSpot &amp; Calendly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is where inbound leads and quotes still land for most SMBs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CRM memory, every conversation feels like the first — HubSpot is the default growth CRM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a call is often the real conversion — Calendly closes the scheduling loop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they form one funnel: hear → remember → meet → confirm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than adding dozens of toggles with no story for the business owner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integration funnel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&amp; drafts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2240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DDC84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606040" y="182880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604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memory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2240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DDC84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0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Calendly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the meeting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400" y="2240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DDC84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903720" y="182880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&amp; quote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natural SMB journey: hear the customer → remember them → meet them → confirm in email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Bring-your-own-account (BYOA): each business connects their own Gmail, HubSpot, and Calendly.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1371600"/>
        </p:xfrm>
        <a:graphic>
          <a:graphicData uri="http://schemas.openxmlformats.org/drawingml/2006/table">
            <a:tbl>
              <a:tblPr/>
              <a:tblGrid>
                <a:gridCol w="1700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416"/>
                          </a:solidFill>
                        </a:rPr>
                        <a:t>Integration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416"/>
                          </a:solidFill>
                        </a:rPr>
                        <a:t>Free API?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416"/>
                          </a:solidFill>
                        </a:rPr>
                        <a:t>Owner pays?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416"/>
                          </a:solidFill>
                        </a:rPr>
                        <a:t>Partnership?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416"/>
                          </a:solidFill>
                        </a:rPr>
                        <a:t>Main friction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Gmail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Gmail / Workspace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Google OAuth restricted scopes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HubSpot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Free CRM → paid at scale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Optional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API rate limits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Calendly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Paid plan for Scheduling API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Plan eligibility check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“feasible” means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build ≠ free to operate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APIs: generally no license fee to Google, HubSpot, or Calendly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owner: may need paid Calendly, HubSpot tier, existing Google mailbox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Fetch: engineering + hosting + Gmail OAuth compliance at scale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Partnerships: not required for BYOA MVP; optional for marketplaces later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— Feasibility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owner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7772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API free to integrate; Gmail MCP in developer preview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uses Gmail or Google Workspace (often already paid)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platform cost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51176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scopes: readonly, compose, modify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verification: brand ~2–3 days; restricted ~6 weeks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security assessment if mail stored on Fetch servers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&amp; MVP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Partnership: not required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read + draft only; never auto-send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Production: yes, with compliance budget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 — Feasibility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owner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v3 API, OAuth, private apps; remote MCP server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CRM tier includes API with rate limits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agent usage may need paid HubSpot or API add-on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5237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platform cost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843784"/>
            <a:ext cx="7772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Low: developer app registration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revenue share for basic CRM read/write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&amp; MVP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Partnership: optional (App Marketplace)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production path of the three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contacts, deals, notes, activities first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Calendly — Feasibility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owner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v2 + Scheduling API (documented for AI agents)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API requires owner paid Calendly plan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Calendly ≠ agent can auto-book meetings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5237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platform cost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84378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Low: OAuth app in Calendly developer portal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649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&amp; MVP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685032"/>
            <a:ext cx="77724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Partnership: not required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yes when owner has paid plan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Fallback: scheduling link in Gmail draft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Scheduling API at connect time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 what?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1036320"/>
        </p:xfrm>
        <a:graphic>
          <a:graphicData uri="http://schemas.openxmlformats.org/drawingml/2006/table">
            <a:tbl>
              <a:tblPr/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416"/>
                          </a:solidFill>
                        </a:rPr>
                        <a:t>Bearer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416"/>
                          </a:solidFill>
                        </a:rPr>
                        <a:t>Gmail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416"/>
                          </a:solidFill>
                        </a:rPr>
                        <a:t>HubSpot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416"/>
                          </a:solidFill>
                        </a:rPr>
                        <a:t>Calendly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Fetch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OAuth compliance, engineering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App maintenance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OAuth app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Business owner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Google account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CRM tier if needed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Paid Calendly plan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End customer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at a glance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1036320"/>
        </p:xfrm>
        <a:graphic>
          <a:graphicData uri="http://schemas.openxmlformats.org/drawingml/2006/table">
            <a:tbl>
              <a:tblPr/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416"/>
                          </a:solidFill>
                        </a:rPr>
                        <a:t>Gmail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416"/>
                          </a:solidFill>
                        </a:rPr>
                        <a:t>HubSpot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416"/>
                          </a:solidFill>
                        </a:rPr>
                        <a:t>Calendly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Best for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Inbox &amp; drafts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Pipeline memory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Meeting booking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Hardest part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Google verification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Rate limits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Owner plan check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MVP priority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High value, high compliance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Easiest path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High value w/ gating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POC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ASI:one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Consumer Demo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600" dirty="0"/>
          </a:p>
        </p:txBody>
      </p:sp>
      <p:pic>
        <p:nvPicPr>
          <p:cNvPr id="6" name="Screen Recording 2026-05-21 at 4.17.48 PM.mov">
            <a:hlinkClick r:id="" action="ppaction://media"/>
            <a:extLst>
              <a:ext uri="{FF2B5EF4-FFF2-40B4-BE49-F238E27FC236}">
                <a16:creationId xmlns:a16="http://schemas.microsoft.com/office/drawing/2014/main" id="{0BA3BB42-5978-6ED1-4B01-FD03E182453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9876" y="987552"/>
            <a:ext cx="7484248" cy="40929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9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next steps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security assessment — largest cost/timeline unknown for Gmail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 rate limits on free portals — need caching and backoff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Calendly plan names and API entitlements may change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AI / autonomous-agent policies evolving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MVP: Gmail (read/draft), HubSpot CRM, Calendly + plan check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BYOA everywhere — businesses connect their own accounts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UI labels: paid Calendly required, Google verification status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promise auto-book on free Calendly or auto-send from Gmail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plan names and rate limits with vendors before launch commitments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91440" cy="91440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6656" y="1234440"/>
            <a:ext cx="91440" cy="91440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62456"/>
            <a:ext cx="91440" cy="91440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6656" y="1362456"/>
            <a:ext cx="91440" cy="91440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704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ASI:one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828800" cy="73152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· Fetch Business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742</Words>
  <Application>Microsoft Macintosh PowerPoint</Application>
  <PresentationFormat>On-screen Show (16:9)</PresentationFormat>
  <Paragraphs>165</Paragraphs>
  <Slides>19</Slides>
  <Notes>19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Fetch Business — Gmail, HubSpot &amp; Calendly</dc:title>
  <dc:subject>Integrations feasibility and MVP strategy</dc:subject>
  <dc:creator>Fetch Business</dc:creator>
  <cp:lastModifiedBy>Rahul Saini</cp:lastModifiedBy>
  <cp:revision>2</cp:revision>
  <dcterms:created xsi:type="dcterms:W3CDTF">2026-05-21T20:22:21Z</dcterms:created>
  <dcterms:modified xsi:type="dcterms:W3CDTF">2026-05-21T20:25:03Z</dcterms:modified>
</cp:coreProperties>
</file>